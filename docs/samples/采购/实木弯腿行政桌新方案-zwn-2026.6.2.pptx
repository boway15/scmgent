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6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3" Type="http://schemas.openxmlformats.org/officeDocument/2006/relationships/image" Target="../media/image9.png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16.png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-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9070" y="219075"/>
            <a:ext cx="5180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产品方案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SOLUTIONS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9070" y="219075"/>
            <a:ext cx="51809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产品方案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SOLUTIONS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760210" y="929005"/>
            <a:ext cx="10795" cy="117475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187440" y="653415"/>
            <a:ext cx="16554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理线槽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50*15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mm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-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77165" y="262890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产品细节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1950085" y="2283460"/>
            <a:ext cx="1558290" cy="63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61365" y="2146300"/>
            <a:ext cx="11887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30mm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空心板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646555" y="4189730"/>
            <a:ext cx="990600" cy="63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7835" y="4053205"/>
            <a:ext cx="11887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实木油漆弯腿（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附图纸）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1884680" y="3311525"/>
            <a:ext cx="2256790" cy="444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32815" y="3168015"/>
            <a:ext cx="14351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黑色绒布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*2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9312275" y="2609850"/>
            <a:ext cx="1270000" cy="635"/>
          </a:xfrm>
          <a:prstGeom prst="line">
            <a:avLst/>
          </a:prstGeom>
          <a:ln w="28575" cap="sq" cmpd="sng">
            <a:noFill/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698480" y="2421890"/>
            <a:ext cx="14351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青古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拉手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1688</a:t>
            </a:r>
            <a:r>
              <a:rPr lang="zh-CN" altLang="en-US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链接：</a:t>
            </a:r>
            <a:r>
              <a:rPr lang="en-US" altLang="zh-CN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https://detail.1688.com/offer/902322600199.html?spm=a26352.b28411319/2508.0.0</a:t>
            </a:r>
            <a:endParaRPr lang="en-US" altLang="zh-CN" sz="5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9439275" y="3222625"/>
            <a:ext cx="1149350" cy="190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582275" y="3088005"/>
            <a:ext cx="14351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文件抽抽屉锁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4781550" y="5366385"/>
            <a:ext cx="1149350" cy="190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924550" y="5231765"/>
            <a:ext cx="14351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弧形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抽面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5634990" y="4707890"/>
            <a:ext cx="471805" cy="381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06795" y="4572000"/>
            <a:ext cx="14351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圆形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装饰条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V="1">
            <a:off x="9344660" y="4068445"/>
            <a:ext cx="16510" cy="106807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8970010" y="5229225"/>
            <a:ext cx="16637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文件抽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纵向可悬挂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letter,legal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三种规格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569085" y="4948555"/>
            <a:ext cx="2491105" cy="698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02285" y="4768850"/>
            <a:ext cx="11887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350mm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三节轨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*4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副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614035" y="840105"/>
            <a:ext cx="14605" cy="232981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041265" y="564515"/>
            <a:ext cx="16554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400mm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三节轨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*1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副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9549130" y="2576830"/>
            <a:ext cx="1149350" cy="190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9566275" y="3754120"/>
            <a:ext cx="1149350" cy="190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754995" y="3599180"/>
            <a:ext cx="14351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青古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拉手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1688</a:t>
            </a:r>
            <a:r>
              <a:rPr lang="zh-CN" altLang="en-US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链接：</a:t>
            </a:r>
            <a:r>
              <a:rPr lang="en-US" altLang="zh-CN" sz="5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https://detail.1688.com/offer/902322600199.html?spm=a26352.b28411319/2508.0.0</a:t>
            </a:r>
            <a:endParaRPr lang="en-US" altLang="zh-CN" sz="5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480" y="4227830"/>
            <a:ext cx="1191895" cy="118173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4995" y="1218565"/>
            <a:ext cx="1137920" cy="114871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7359650" y="5017770"/>
            <a:ext cx="12623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键盘抽铰链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*2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650" y="5368925"/>
            <a:ext cx="1251585" cy="931545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V="1">
            <a:off x="8041005" y="2989580"/>
            <a:ext cx="31115" cy="195262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1219009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77165" y="262890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产品细节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975985" y="5251450"/>
            <a:ext cx="15341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100mm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深置物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层板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 flipV="1">
            <a:off x="6632575" y="3609340"/>
            <a:ext cx="1270" cy="159194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6253480" y="1054735"/>
            <a:ext cx="5715" cy="122174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975985" y="779145"/>
            <a:ext cx="15341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理线槽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100*20MM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000885" y="4189095"/>
            <a:ext cx="990600" cy="635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/>
            <a:tailEnd type="oval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12165" y="4052570"/>
            <a:ext cx="118872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弧形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侧板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-10"/>
          <p:cNvPicPr>
            <a:picLocks noChangeAspect="1"/>
          </p:cNvPicPr>
          <p:nvPr/>
        </p:nvPicPr>
        <p:blipFill>
          <a:blip r:embed="rId1"/>
          <a:srcRect l="14278" t="10037" r="10486" b="6907"/>
          <a:stretch>
            <a:fillRect/>
          </a:stretch>
        </p:blipFill>
        <p:spPr>
          <a:xfrm>
            <a:off x="662305" y="961390"/>
            <a:ext cx="8562340" cy="531749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79070" y="219075"/>
            <a:ext cx="5118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爆炸图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DISASSEMBLY DIAGRAM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17050" y="5297805"/>
            <a:ext cx="2734945" cy="1639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抽屉底板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3mmMDF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空心板</a:t>
            </a:r>
            <a:endParaRPr lang="en-US" alt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12mm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刨花板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金属钢管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650*40*20mm*2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实木腿实木油漆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</a:t>
            </a:r>
            <a:endParaRPr lang="zh-CN" altLang="en-US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其他常规板材全部采用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纸包覆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</a:t>
            </a:r>
            <a:endParaRPr lang="zh-CN" altLang="en-US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470" y="0"/>
            <a:ext cx="1954530" cy="24631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445115" y="2463165"/>
            <a:ext cx="1539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+mn-ea"/>
                <a:cs typeface="+mn-ea"/>
              </a:rPr>
              <a:t>大通</a:t>
            </a:r>
            <a:r>
              <a:rPr lang="en-US" altLang="zh-CN" sz="1600" b="1">
                <a:latin typeface="+mn-ea"/>
                <a:cs typeface="+mn-ea"/>
              </a:rPr>
              <a:t>R13064K</a:t>
            </a:r>
            <a:endParaRPr lang="en-US" altLang="zh-CN" sz="1600" b="1">
              <a:latin typeface="+mn-ea"/>
              <a:cs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135" y="483235"/>
            <a:ext cx="9408795" cy="637476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9070" y="219075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548640"/>
            <a:ext cx="9267190" cy="630936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9070" y="219075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79070" y="219075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300480"/>
            <a:ext cx="5728970" cy="39084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02560" y="5438140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键盘抽</a:t>
            </a:r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955" y="784860"/>
            <a:ext cx="4849495" cy="4510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52840" y="5438140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大抽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79070" y="219075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02560" y="5438140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小抽</a:t>
            </a:r>
            <a:r>
              <a:rPr lang="en-US" altLang="zh-CN" b="1"/>
              <a:t>*2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8752840" y="5438140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文件抽</a:t>
            </a:r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094740"/>
            <a:ext cx="5489575" cy="41992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3684"/>
          <a:stretch>
            <a:fillRect/>
          </a:stretch>
        </p:blipFill>
        <p:spPr>
          <a:xfrm>
            <a:off x="6540500" y="1011555"/>
            <a:ext cx="5146675" cy="4366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79070" y="219075"/>
            <a:ext cx="3957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PROUDCT DETAILS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95" y="364490"/>
            <a:ext cx="3538220" cy="62147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06385" y="6218555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弯腿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演示</Application>
  <PresentationFormat>宽屏</PresentationFormat>
  <Paragraphs>74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图南</cp:lastModifiedBy>
  <cp:revision>157</cp:revision>
  <dcterms:created xsi:type="dcterms:W3CDTF">2019-06-19T02:08:00Z</dcterms:created>
  <dcterms:modified xsi:type="dcterms:W3CDTF">2026-06-02T08:17:29Z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B479213CF14946B1B7F8A96E26A6E0E4_11</vt:lpwstr>
  </property>
</Properties>
</file>